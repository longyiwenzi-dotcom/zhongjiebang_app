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e80ca9ed3141ed" /><Relationship Type="http://schemas.openxmlformats.org/officeDocument/2006/relationships/extended-properties" Target="/docProps/app.xml" Id="R96a64fee431d47e8" /><Relationship Type="http://schemas.openxmlformats.org/officeDocument/2006/relationships/officeDocument" Target="/ppt/presentation.xml" Id="R570a2b146dc440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33dfe6b3a44ddd"/>
  </p:sldMasterIdLst>
  <p:notesMasterIdLst>
    <p:notesMasterId xmlns:r="http://schemas.openxmlformats.org/officeDocument/2006/relationships" r:id="Rc593438e3bee45fb"/>
  </p:notesMasterIdLst>
  <p:sldIdLst>
    <p:sldId xmlns:r="http://schemas.openxmlformats.org/officeDocument/2006/relationships" id="256" r:id="R9b238c9abef44be2"/>
    <p:sldId xmlns:r="http://schemas.openxmlformats.org/officeDocument/2006/relationships" id="257" r:id="Ra4434f0a90f24cdb"/>
    <p:sldId xmlns:r="http://schemas.openxmlformats.org/officeDocument/2006/relationships" id="258" r:id="Ra750c05c2a314a59"/>
    <p:sldId xmlns:r="http://schemas.openxmlformats.org/officeDocument/2006/relationships" id="259" r:id="R6386833a265545b8"/>
    <p:sldId xmlns:r="http://schemas.openxmlformats.org/officeDocument/2006/relationships" id="260" r:id="R1d3d3d0b3a5e4f8f"/>
    <p:sldId xmlns:r="http://schemas.openxmlformats.org/officeDocument/2006/relationships" id="261" r:id="R680b9f32d7ac4db8"/>
    <p:sldId xmlns:r="http://schemas.openxmlformats.org/officeDocument/2006/relationships" id="262" r:id="Rab2906c65be6403b"/>
    <p:sldId xmlns:r="http://schemas.openxmlformats.org/officeDocument/2006/relationships" id="263" r:id="Rfc7c1d24738640e5"/>
    <p:sldId xmlns:r="http://schemas.openxmlformats.org/officeDocument/2006/relationships" id="264" r:id="Rbfa1e7e526ad4f52"/>
    <p:sldId xmlns:r="http://schemas.openxmlformats.org/officeDocument/2006/relationships" id="265" r:id="Re5b38ee5bb324a76"/>
    <p:sldId xmlns:r="http://schemas.openxmlformats.org/officeDocument/2006/relationships" id="266" r:id="R628ef523e10142d9"/>
    <p:sldId xmlns:r="http://schemas.openxmlformats.org/officeDocument/2006/relationships" id="267" r:id="R720cf9562dbb41f1"/>
    <p:sldId xmlns:r="http://schemas.openxmlformats.org/officeDocument/2006/relationships" id="268" r:id="R0a50924fc1d04b36"/>
    <p:sldId xmlns:r="http://schemas.openxmlformats.org/officeDocument/2006/relationships" id="269" r:id="Rd907fc1dfc304713"/>
    <p:sldId xmlns:r="http://schemas.openxmlformats.org/officeDocument/2006/relationships" id="270" r:id="R7bfee420b778466c"/>
    <p:sldId xmlns:r="http://schemas.openxmlformats.org/officeDocument/2006/relationships" id="271" r:id="Rbe828d0c6e2347a7"/>
    <p:sldId xmlns:r="http://schemas.openxmlformats.org/officeDocument/2006/relationships" id="272" r:id="R5db6c1440bcd4c06"/>
    <p:sldId xmlns:r="http://schemas.openxmlformats.org/officeDocument/2006/relationships" id="273" r:id="Rde8689f805d0475a"/>
    <p:sldId xmlns:r="http://schemas.openxmlformats.org/officeDocument/2006/relationships" id="274" r:id="R72d9ba360d2c4b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15e474563c46b7" /><Relationship Type="http://schemas.openxmlformats.org/officeDocument/2006/relationships/slideMaster" Target="/ppt/slideMasters/slideMaster1.xml" Id="R4333dfe6b3a44ddd" /><Relationship Type="http://schemas.openxmlformats.org/officeDocument/2006/relationships/notesMaster" Target="/ppt/notesMasters/notesMaster1.xml" Id="Rc593438e3bee45fb" /><Relationship Type="http://schemas.openxmlformats.org/officeDocument/2006/relationships/presProps" Target="/ppt/presProps.xml" Id="R7afb13a7d3824bb2" /><Relationship Type="http://schemas.openxmlformats.org/officeDocument/2006/relationships/tableStyles" Target="/ppt/tableStyles.xml" Id="R5f10e1a16d53464b" /><Relationship Type="http://schemas.openxmlformats.org/officeDocument/2006/relationships/slide" Target="/ppt/slides/slide1.xml" Id="R9b238c9abef44be2" /><Relationship Type="http://schemas.openxmlformats.org/officeDocument/2006/relationships/slide" Target="/ppt/slides/slide2.xml" Id="Ra4434f0a90f24cdb" /><Relationship Type="http://schemas.openxmlformats.org/officeDocument/2006/relationships/slide" Target="/ppt/slides/slide3.xml" Id="Ra750c05c2a314a59" /><Relationship Type="http://schemas.openxmlformats.org/officeDocument/2006/relationships/slide" Target="/ppt/slides/slide4.xml" Id="R6386833a265545b8" /><Relationship Type="http://schemas.openxmlformats.org/officeDocument/2006/relationships/slide" Target="/ppt/slides/slide5.xml" Id="R1d3d3d0b3a5e4f8f" /><Relationship Type="http://schemas.openxmlformats.org/officeDocument/2006/relationships/slide" Target="/ppt/slides/slide6.xml" Id="R680b9f32d7ac4db8" /><Relationship Type="http://schemas.openxmlformats.org/officeDocument/2006/relationships/slide" Target="/ppt/slides/slide7.xml" Id="Rab2906c65be6403b" /><Relationship Type="http://schemas.openxmlformats.org/officeDocument/2006/relationships/slide" Target="/ppt/slides/slide8.xml" Id="Rfc7c1d24738640e5" /><Relationship Type="http://schemas.openxmlformats.org/officeDocument/2006/relationships/slide" Target="/ppt/slides/slide9.xml" Id="Rbfa1e7e526ad4f52" /><Relationship Type="http://schemas.openxmlformats.org/officeDocument/2006/relationships/slide" Target="/ppt/slides/slide10.xml" Id="Re5b38ee5bb324a76" /><Relationship Type="http://schemas.openxmlformats.org/officeDocument/2006/relationships/slide" Target="/ppt/slides/slide11.xml" Id="R628ef523e10142d9" /><Relationship Type="http://schemas.openxmlformats.org/officeDocument/2006/relationships/slide" Target="/ppt/slides/slide12.xml" Id="R720cf9562dbb41f1" /><Relationship Type="http://schemas.openxmlformats.org/officeDocument/2006/relationships/slide" Target="/ppt/slides/slide13.xml" Id="R0a50924fc1d04b36" /><Relationship Type="http://schemas.openxmlformats.org/officeDocument/2006/relationships/slide" Target="/ppt/slides/slide14.xml" Id="Rd907fc1dfc304713" /><Relationship Type="http://schemas.openxmlformats.org/officeDocument/2006/relationships/slide" Target="/ppt/slides/slide15.xml" Id="R7bfee420b778466c" /><Relationship Type="http://schemas.openxmlformats.org/officeDocument/2006/relationships/slide" Target="/ppt/slides/slide16.xml" Id="Rbe828d0c6e2347a7" /><Relationship Type="http://schemas.openxmlformats.org/officeDocument/2006/relationships/slide" Target="/ppt/slides/slide17.xml" Id="R5db6c1440bcd4c06" /><Relationship Type="http://schemas.openxmlformats.org/officeDocument/2006/relationships/slide" Target="/ppt/slides/slide18.xml" Id="Rde8689f805d0475a" /><Relationship Type="http://schemas.openxmlformats.org/officeDocument/2006/relationships/slide" Target="/ppt/slides/slide19.xml" Id="R72d9ba360d2c4b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3b44b5ecbc44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c60704eb8b420f" /><Relationship Type="http://schemas.openxmlformats.org/officeDocument/2006/relationships/notesMaster" Target="/ppt/notesMasters/notesMaster1.xml" Id="R03ae6d8841744a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f87fefff6e437a" /><Relationship Type="http://schemas.openxmlformats.org/officeDocument/2006/relationships/notesMaster" Target="/ppt/notesMasters/notesMaster1.xml" Id="R3bdc9270315e48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2ed9de7e434e4a" /><Relationship Type="http://schemas.openxmlformats.org/officeDocument/2006/relationships/notesMaster" Target="/ppt/notesMasters/notesMaster1.xml" Id="Ra50a2868af3742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fef250648b46ac" /><Relationship Type="http://schemas.openxmlformats.org/officeDocument/2006/relationships/notesMaster" Target="/ppt/notesMasters/notesMaster1.xml" Id="Rda9d26ba4fd649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b2e5fce3ba44af" /><Relationship Type="http://schemas.openxmlformats.org/officeDocument/2006/relationships/notesMaster" Target="/ppt/notesMasters/notesMaster1.xml" Id="R7aa211caf3854d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9c439f600e42c3" /><Relationship Type="http://schemas.openxmlformats.org/officeDocument/2006/relationships/notesMaster" Target="/ppt/notesMasters/notesMaster1.xml" Id="R1bd45e75bc1546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9b2a2c72b04be3" /><Relationship Type="http://schemas.openxmlformats.org/officeDocument/2006/relationships/notesMaster" Target="/ppt/notesMasters/notesMaster1.xml" Id="R66cf4af00afb40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4375d94dd84ed9" /><Relationship Type="http://schemas.openxmlformats.org/officeDocument/2006/relationships/notesMaster" Target="/ppt/notesMasters/notesMaster1.xml" Id="R2511bc3dbc5c47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baaf58c311b45fe" /><Relationship Type="http://schemas.openxmlformats.org/officeDocument/2006/relationships/notesMaster" Target="/ppt/notesMasters/notesMaster1.xml" Id="Rb3d8ee94f06d409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f5a7535fdd4bfb" /><Relationship Type="http://schemas.openxmlformats.org/officeDocument/2006/relationships/notesMaster" Target="/ppt/notesMasters/notesMaster1.xml" Id="R05e9a044fd0040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3a4bb5cdd9e4d2d" /><Relationship Type="http://schemas.openxmlformats.org/officeDocument/2006/relationships/notesMaster" Target="/ppt/notesMasters/notesMaster1.xml" Id="R8b44427c07d0468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5c422a3cbc64689" /><Relationship Type="http://schemas.openxmlformats.org/officeDocument/2006/relationships/notesMaster" Target="/ppt/notesMasters/notesMaster1.xml" Id="R5733cc9670054b3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6b6a96c388a4eeb" /><Relationship Type="http://schemas.openxmlformats.org/officeDocument/2006/relationships/notesMaster" Target="/ppt/notesMasters/notesMaster1.xml" Id="R64d524a483f74af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6c809c9ac5240ab" /><Relationship Type="http://schemas.openxmlformats.org/officeDocument/2006/relationships/notesMaster" Target="/ppt/notesMasters/notesMaster1.xml" Id="R21e56f72eece477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358ab4dc08e401b" /><Relationship Type="http://schemas.openxmlformats.org/officeDocument/2006/relationships/notesMaster" Target="/ppt/notesMasters/notesMaster1.xml" Id="Rfbff33c70106473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57657ebcf614a11" /><Relationship Type="http://schemas.openxmlformats.org/officeDocument/2006/relationships/notesMaster" Target="/ppt/notesMasters/notesMaster1.xml" Id="R21c50541042b47b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3afd562e63d40cd" /><Relationship Type="http://schemas.openxmlformats.org/officeDocument/2006/relationships/notesMaster" Target="/ppt/notesMasters/notesMaster1.xml" Id="R9e57a3a17e624e7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3ce64fb0f95478e" /><Relationship Type="http://schemas.openxmlformats.org/officeDocument/2006/relationships/notesMaster" Target="/ppt/notesMasters/notesMaster1.xml" Id="R25e46f237039429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e11c4a492d94c0a" /><Relationship Type="http://schemas.openxmlformats.org/officeDocument/2006/relationships/notesMaster" Target="/ppt/notesMasters/notesMaster1.xml" Id="Rc506c7d86b2c4d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ed1c4824f14d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a0a03d88d64ad4" /><Relationship Type="http://schemas.openxmlformats.org/officeDocument/2006/relationships/slideLayout" Target="/ppt/slideLayouts/slideLayout1.xml" Id="Red1899e521744e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1899e521744e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9bd9f8f774982" /><Relationship Type="http://schemas.openxmlformats.org/officeDocument/2006/relationships/notesSlide" Target="/ppt/notesSlides/notesSlide1.xml" Id="Racc1b900450f4c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996228e4f44f9" /><Relationship Type="http://schemas.openxmlformats.org/officeDocument/2006/relationships/notesSlide" Target="/ppt/notesSlides/notesSlide2.xml" Id="Rb1d3400363ca4f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45bcdcea34f65" /><Relationship Type="http://schemas.openxmlformats.org/officeDocument/2006/relationships/notesSlide" Target="/ppt/notesSlides/notesSlide3.xml" Id="R2b72f405709b4f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5c540bf3d4313" /><Relationship Type="http://schemas.openxmlformats.org/officeDocument/2006/relationships/notesSlide" Target="/ppt/notesSlides/notesSlide4.xml" Id="R680f12bd3d984c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9a7ed5d5643ed" /><Relationship Type="http://schemas.openxmlformats.org/officeDocument/2006/relationships/notesSlide" Target="/ppt/notesSlides/notesSlide5.xml" Id="R57e9992ca3cf47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8d52ef2d54e30" /><Relationship Type="http://schemas.openxmlformats.org/officeDocument/2006/relationships/notesSlide" Target="/ppt/notesSlides/notesSlide6.xml" Id="R2d91c724e85746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f71aabe154100" /><Relationship Type="http://schemas.openxmlformats.org/officeDocument/2006/relationships/notesSlide" Target="/ppt/notesSlides/notesSlide7.xml" Id="Rc849498ae70b47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d0db643d0426e" /><Relationship Type="http://schemas.openxmlformats.org/officeDocument/2006/relationships/notesSlide" Target="/ppt/notesSlides/notesSlide8.xml" Id="R2e0239f79c8a4e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45ad606e54e63" /><Relationship Type="http://schemas.openxmlformats.org/officeDocument/2006/relationships/notesSlide" Target="/ppt/notesSlides/notesSlide9.xml" Id="R4036b7aab7c440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15e4814dc4740" /><Relationship Type="http://schemas.openxmlformats.org/officeDocument/2006/relationships/notesSlide" Target="/ppt/notesSlides/notesSlide10.xml" Id="R8a22cb0c3bdf46d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0ce4ee3b34ce9" /><Relationship Type="http://schemas.openxmlformats.org/officeDocument/2006/relationships/notesSlide" Target="/ppt/notesSlides/notesSlide11.xml" Id="R6701e19cf590432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e28acb57941df" /><Relationship Type="http://schemas.openxmlformats.org/officeDocument/2006/relationships/notesSlide" Target="/ppt/notesSlides/notesSlide12.xml" Id="R833147067e9d408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3ddeaa857441d7" /><Relationship Type="http://schemas.openxmlformats.org/officeDocument/2006/relationships/notesSlide" Target="/ppt/notesSlides/notesSlide13.xml" Id="R08ac0468d9344e4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c824b3861400e" /><Relationship Type="http://schemas.openxmlformats.org/officeDocument/2006/relationships/notesSlide" Target="/ppt/notesSlides/notesSlide14.xml" Id="R00b631fc78064c4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fa695b8ab433e" /><Relationship Type="http://schemas.openxmlformats.org/officeDocument/2006/relationships/notesSlide" Target="/ppt/notesSlides/notesSlide15.xml" Id="Re08dacbcf51d413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ed1e685e64e1c" /><Relationship Type="http://schemas.openxmlformats.org/officeDocument/2006/relationships/notesSlide" Target="/ppt/notesSlides/notesSlide16.xml" Id="R1ca206bc4b6044b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c5d77c8cc04f4e" /><Relationship Type="http://schemas.openxmlformats.org/officeDocument/2006/relationships/notesSlide" Target="/ppt/notesSlides/notesSlide17.xml" Id="R64a7c2c995f2414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78527066944b1" /><Relationship Type="http://schemas.openxmlformats.org/officeDocument/2006/relationships/notesSlide" Target="/ppt/notesSlides/notesSlide18.xml" Id="R7bb725bb22374df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08486c2f6845f5" /><Relationship Type="http://schemas.openxmlformats.org/officeDocument/2006/relationships/notesSlide" Target="/ppt/notesSlides/notesSlide19.xml" Id="R5f0a80b02f9147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39563C-B765-4834-A20E-66874497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EED358-4F98-4EF9-B9EC-2640CB02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哈市中介帮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D976CE-30E8-42E2-BF51-44218448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Java 后端重构与面试知识点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47CC74-35F0-4E87-8A96-2BA801AD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Spring Boot  ·  Spring Cloud Alibaba  ·  MySQL  ·  Redis  ·  RabbitMQ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A49B1B-16E0-4296-9FC3-614B7D3E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3EF512-AA84-4982-9C9B-DDB74AB1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876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一套真实业务项目，两种部署形态</a:t>
            </a:r>
          </a:p>
          <a:p xmlns:a="http://schemas.openxmlformats.org/drawingml/2006/main">
            <a:pPr algn="l">
              <a:defRPr sz="21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线上模块化单体，本地微服务演示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55B8E-0DE4-4958-B65B-4E3A067E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项目源码  github.com/longyiwenzi-dotcom/zhongjiebang_app</a:t>
            </a:r>
          </a:p>
        </p:txBody>
      </p:sp>
    </p:spTree>
    <p:extLst>
      <p:ext uri="{BB962C8B-B14F-4D97-AF65-F5344CB8AC3E}">
        <p14:creationId xmlns:p14="http://schemas.microsoft.com/office/powerpoint/2010/main" val="14612700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D0FDE1-2A97-45EA-A8AD-823347AA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310CF5-57C3-41AE-A244-BF6B57C4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项目概览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E9D0C-F31F-4E6C-9B96-C9FBD953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一分钟了解项目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DCED3E-F206-40E7-8868-B8634C7B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02D9F-BC5E-4EF3-81B0-4A285B83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业务问题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A72A0-CF14-40E4-8F78-0C5C5246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5048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房产中介需要录入、检索和查看房源，同时保护房东隐私，并通过会员额度控制详情访问。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10061-25D1-4A3C-A1B5-765CCFE1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52CF50-C3A6-4997-933C-B05919B4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66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我的实现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7336B8-6550-4808-9015-5B67DA7C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81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4BD796-8480-432B-8ECC-0B799362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47850"/>
            <a:ext cx="4552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手机号账号、BCrypt 密码、摘要化会话令牌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785FC4-E474-4A71-AE84-71FD101B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33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157F96-A180-4B27-8EB6-311A149D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00300"/>
            <a:ext cx="4552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房源分页筛选、上传人权限、房东电话隔离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5F117E-FD9A-4599-96DF-99319D20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86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54944A-9F6A-4ACB-8ED4-3D165474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4552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会员每日额度、一次性兑换码、并发安全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9B0984-A961-418C-96B8-440D994F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38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DD37A5-EEDF-4DA9-9ADB-CEDC0AA9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05200"/>
            <a:ext cx="4552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网关鉴权、服务治理、消息队列、链路追踪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0916B4-805E-4105-A0AF-27987DBB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91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D8F372-ADDF-481A-B483-A957C1A2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57650"/>
            <a:ext cx="4552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自动化测试、CI、容器编排与公网部署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5FC71F-5D55-487A-8F04-5B8497B5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核心取舍：2 GB 公网服务器运行模块化单体，完整微服务栈用于本地演示。</a:t>
            </a:r>
          </a:p>
        </p:txBody>
      </p:sp>
    </p:spTree>
    <p:extLst>
      <p:ext uri="{BB962C8B-B14F-4D97-AF65-F5344CB8AC3E}">
        <p14:creationId xmlns:p14="http://schemas.microsoft.com/office/powerpoint/2010/main" val="8297835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755D47-B875-4055-859E-9FFDAB40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FB0A36-D7AF-47A8-A4EB-44C9529B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架构设计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F1607-88D9-4A0E-BB60-CA26BBBF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系统架构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62B852-2186-436D-BE35-7E7A6D86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4388FF-7839-4C08-AD06-598D83FC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69F789-E5AA-434F-83E1-C705DC0F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Android / Web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DDA793-A072-4327-BEFB-74BB3782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5260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E83832-5FC6-43AC-8DB5-125CC599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526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Gateway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D348EF-D4F1-45A3-9CCB-D8DAC2B8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6685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62134E-E7D4-479A-B1B4-1586F78F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668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A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A6C8"/>
                </a:solidFill>
                <a:latin typeface="Microsoft YaHei"/>
                <a:ea typeface="Microsoft YaHei"/>
                <a:cs typeface="Microsoft YaHei"/>
              </a:rPr>
              <a:t>User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2EB2C8-8B37-4FA6-9C3D-49C5D04A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2410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9AF02C-FEFC-46BA-9D38-29ECCB6E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241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A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A6C8"/>
                </a:solidFill>
                <a:latin typeface="Microsoft YaHei"/>
                <a:ea typeface="Microsoft YaHei"/>
                <a:cs typeface="Microsoft YaHei"/>
              </a:rPr>
              <a:t>House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487299-09B3-4474-BDB0-72219947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8135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388E4F-DA87-4A8B-9A63-96FE7783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813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A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A6C8"/>
                </a:solidFill>
                <a:latin typeface="Microsoft YaHei"/>
                <a:ea typeface="Microsoft YaHei"/>
                <a:cs typeface="Microsoft YaHei"/>
              </a:rPr>
              <a:t>Membership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2C583B-6842-4A3C-93EB-6EEFC5DB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3860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6C9BC1-C499-4361-98EA-86F3F828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386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A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A6C8"/>
                </a:solidFill>
                <a:latin typeface="Microsoft YaHei"/>
                <a:ea typeface="Microsoft YaHei"/>
                <a:cs typeface="Microsoft YaHei"/>
              </a:rPr>
              <a:t>Audit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D22E9B-16A6-4665-9D95-FBBA687C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9585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D56DDC-8FA3-4724-908D-C67F2603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958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A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A6C8"/>
                </a:solidFill>
                <a:latin typeface="Microsoft YaHei"/>
                <a:ea typeface="Microsoft YaHei"/>
                <a:cs typeface="Microsoft YaHei"/>
              </a:rPr>
              <a:t>Redeem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341F9C-0F7C-40BC-8D6D-6AEB9517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5260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36DC2F-0021-4D62-BB5E-E721AE02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526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rPr>
              <a:t>MySQL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C701E6-9688-4C56-82BE-417356DD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0985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4ACFFA-DF1C-4761-9867-A824C480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098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rPr>
              <a:t>Redis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8B945C-589E-425F-8730-93A7E40E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6710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BAEC73-43BA-4C5D-943E-CD991C8A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671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rPr>
              <a:t>RabbitMQ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553D20-2F71-4D25-B137-43D7FED5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14850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863222-1822-4712-9B89-62E7626D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148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Nacos / Sentinel / Zipkin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C033EE-2059-4FD5-96FA-71DA0B4B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954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请求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106D75-5AEC-430F-BD71-7899661C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954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路由与身份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A0C19E-9E9A-4B7B-AE94-08E511AB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1239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数据、缓存、事件与治理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67D5EC-8302-4DA6-B0DC-C6D6110B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House 通过 OpenFeign 检查会员权限；查看成功后发布事件，Audit 异步记录浏览历史。</a:t>
            </a:r>
          </a:p>
        </p:txBody>
      </p:sp>
    </p:spTree>
    <p:extLst>
      <p:ext uri="{BB962C8B-B14F-4D97-AF65-F5344CB8AC3E}">
        <p14:creationId xmlns:p14="http://schemas.microsoft.com/office/powerpoint/2010/main" val="15778026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304B74-6DB9-4EC0-85CC-4774BE86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046AE3-9D73-4DB7-97DF-426DA319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架构取舍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E33E9-103A-4809-A7CC-79B2BA20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模块化单体与微服务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D79731-00FC-4096-9B52-891DA805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3639A2-B31A-4B3F-8363-C623F2D9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线上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784C31-E093-4F11-A7BA-A7DA0F6F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模块化单体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27C65-E2BA-4297-BE52-029C6F07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9924C-7362-4DCF-AF6B-FDBE4E82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436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一个进程，内存和运维成本低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BA5117-691B-40FF-8FB0-D5AE6120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8A4674-CFA5-4E88-A419-E6EC66A4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436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领域模块独立，保留清晰依赖边界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346B86-5116-464C-9656-C4A7FFD8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FB9439-CD36-4EC5-BAE4-DC21B533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0450"/>
            <a:ext cx="436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本地事务覆盖核心业务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B2B18F-19A4-4904-90D0-3CB48C01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rPr>
              <a:t>适合当前用户量和 2 GB 服务器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14B449-DF41-4113-8DCA-2DCF9FBA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0970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03DD0-15D0-4B09-973C-26FD74CD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485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本地演示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72F76E-34A4-41B8-AC65-50F687CB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6690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Spring Cloud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672A17-D697-492F-967A-09905940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67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42362A-356C-41EB-BB7F-7BEFEF43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33650"/>
            <a:ext cx="4552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服务注册、网关、熔断与链路追踪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E44127-93A3-4D49-98BB-CB087864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00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935DFD-B386-4181-B45A-9D994CE6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67050"/>
            <a:ext cx="4552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跨服务调用和 RabbitMQ 异步事件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2F01DD-1954-49FB-84BB-3BFEBBE7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33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A593AF-223F-4717-B32D-73A3F090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00450"/>
            <a:ext cx="4552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Seata 跨库事务演示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CEB412-6D08-4104-B803-DDB07286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148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rPr>
              <a:t>用于展示治理能力和分布式取舍</a:t>
            </a:r>
          </a:p>
        </p:txBody>
      </p:sp>
    </p:spTree>
    <p:extLst>
      <p:ext uri="{BB962C8B-B14F-4D97-AF65-F5344CB8AC3E}">
        <p14:creationId xmlns:p14="http://schemas.microsoft.com/office/powerpoint/2010/main" val="11672607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79625F-D32B-4303-A98E-DABA92CD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EF338-8173-4165-BB9A-14998D2C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安全链路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14FEBA-234E-4D25-B916-75249F5D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登录与身份传递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40D2CF-CBDF-4C67-B23B-F5687688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5E5C42-C5A9-4089-AFC5-BE43AF20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19526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57937C-BB73-4268-A4D7-4EF81529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1907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8B453E-D851-40B2-8CC8-921467F7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050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注册或登录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4F305-9075-44AF-A0DA-10F783D7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324100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345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628ADA-32F3-4687-B8F1-63C864FE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095500"/>
            <a:ext cx="19526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4E002B-48F3-4E1A-BD14-F3DA8A60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1907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F151CC-7E15-4D16-82AA-8410411D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5050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BCrypt 校验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B6233C-CF35-4D2A-9A48-6A73CC1C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324100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345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523270-21C0-45EF-B392-3E3D835E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095500"/>
            <a:ext cx="19526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37F67C-C011-49B1-8DC6-EA3738C6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1907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2F039B-291F-4652-845E-20B68293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5050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生成随机令牌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C212C9-7E99-4DA9-B426-599B7BC7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324100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345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DA5434-A93D-4906-A46A-8359F65D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095500"/>
            <a:ext cx="19526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9E2CC7-76B5-4F70-BF8D-8E70C12E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1907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25047A-7004-4D66-9D38-9CFC315F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5050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01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Redis 保存令牌摘要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0503F2-DB65-49C1-A56C-E5F72B53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324100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345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17487D-8D4C-460C-BFF5-6A8D5119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095500"/>
            <a:ext cx="19526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F8F1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7A434E-4AFA-4787-BD00-520D9E10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1907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5744E2-2881-49BD-88CB-4D8C4DAF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5050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37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Gateway 注入可信用户 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FE055C-AE41-4526-9503-C87EE0CE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95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640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64045"/>
                </a:solidFill>
                <a:latin typeface="Microsoft YaHei"/>
                <a:ea typeface="Microsoft YaHei"/>
                <a:cs typeface="Microsoft YaHei"/>
              </a:rPr>
              <a:t>防越权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133971-2A96-436F-9A82-440BDA7F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C88927-DC9A-494B-8874-CF3D7540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1036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Gateway 先删除外部 X-User-Id，再根据 Redis 会话写入内部身份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0354FC-3994-4856-B946-37A59DA5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81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D3E9B4-AB1F-48AF-858C-BB688BE0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1036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数据库和 Redis 都不保存明文访问令牌，密码使用 BCrypt cost 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7DCF7D-A0F7-41F6-870B-B435FCF9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72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199FD9-C77A-4643-9AF7-FA6D24D3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38750"/>
            <a:ext cx="1036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会话 12 小时过期，敏感接口未登录时返回 401</a:t>
            </a:r>
          </a:p>
        </p:txBody>
      </p:sp>
    </p:spTree>
    <p:extLst>
      <p:ext uri="{BB962C8B-B14F-4D97-AF65-F5344CB8AC3E}">
        <p14:creationId xmlns:p14="http://schemas.microsoft.com/office/powerpoint/2010/main" val="12180371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B14339-A047-4735-9BC8-6D758863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CADE78-A2DE-4BB9-B02C-3D3F954A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核心业务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C45820-872D-4FAC-9E0C-917BE3AA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房源数据权限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AF3C77-8CCB-4E3E-B46A-52607993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60592F-30E0-49BE-BFBF-95947CC3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49530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A6017-25CC-49E8-B44A-0A06E0F4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478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普通会员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6AACA-8F60-4E7F-82FF-54B6202E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C465B8-BF02-4D7C-B30C-5C9F35FB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查看公开房源字段和上传人电话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3CA535-B406-4033-994F-E55BE766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C4A261-DCB0-4BCD-8E26-A142A31E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670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先经过会员有效期与额度检查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CBFDBF-75E5-4EA8-A204-DF63C38E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09623E-67AF-47AD-B5C0-10FD04BB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576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看不到房东电话和具体地址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A98C73-3B5B-4105-AE89-AC4B2FF0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49530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EEF9F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8312BF-A348-447F-9B3A-14A93884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房源上传人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210DD6-0F07-450E-A814-73DC5D3C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09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DFD2F0-0826-400F-8A16-77B6C468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查看自己上传的房源不扣额度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D5E278-771D-4D5F-9D05-EB3E18DA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1C0B9E-0002-4E6B-8AFB-986D40BF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670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可以查看房东电话和具体地址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5BFFF4-A120-4C03-A3C2-66932DD4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90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4E7382-4961-4840-B8B0-7B3D19AB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576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ownerId 只来自服务端会话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CD9135-78F4-432F-8222-62651A85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054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权限判断放在服务层和响应模型中，避免前端隐藏字段造成“看似安全”。</a:t>
            </a:r>
          </a:p>
        </p:txBody>
      </p:sp>
    </p:spTree>
    <p:extLst>
      <p:ext uri="{BB962C8B-B14F-4D97-AF65-F5344CB8AC3E}">
        <p14:creationId xmlns:p14="http://schemas.microsoft.com/office/powerpoint/2010/main" val="18534145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871740-35BA-46A2-8111-865A818B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06E910-4A43-4F45-A81E-1F47741F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事务与并发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CAC743-D32F-4418-B7BD-DED397BC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会员额度与并发安全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4DEFA1-3505-4B6F-A861-BC234FA6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6F83D-F4EE-40F7-907E-D3FD479C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套餐规则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0AB80-AC40-4779-8851-A6DE128E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周卡 10 次/日    月卡 30 次/日    季卡与年卡不限量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80A06E-7B7E-4CE5-8352-4E3502D5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扣次事务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4FF775-8DB4-4396-AF83-BE614BDE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908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415B7D-B432-496C-A472-A9D860EA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908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锁定会员行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E430C9-E02F-441D-AFE2-1693D8ED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908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4E30C4-C209-4693-B684-F6C6DBC2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908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判断有效期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8F540E-E153-409B-A2D9-1EF66C1B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908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59CB7A-2E50-409E-971D-2F551BF1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908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统计当日次数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2A6854-8350-42A7-A2F4-33468EEF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908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4ED4F1-FA35-4BD7-8E2F-4947E0D2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908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检查同房源记录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06CE2F-DD6D-4DA2-97E1-3F009D11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908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467FE0-07EA-488A-B69E-13AF26C8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908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rPr>
              <a:t>写入唯一事件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F986DC-6687-493D-9A20-D4E3F860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2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F63922-6E42-49DF-822E-ECC4FBE8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1036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同一用户、同一房源、同一天有唯一索引，因此重复查看不重复扣次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03C169-B62B-41BB-A339-65721F0E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00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77C6FB-B964-4A03-A689-F113D54E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1036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用户级行锁让同一会员的并发扣次串行执行，避免超卖额度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D504CE-2C98-46FA-B322-34425A29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72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EF4096-A813-468C-BBB1-E3100234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38750"/>
            <a:ext cx="1036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更新行数必须为 1，兑换码并发请求只有一个成功</a:t>
            </a:r>
          </a:p>
        </p:txBody>
      </p:sp>
    </p:spTree>
    <p:extLst>
      <p:ext uri="{BB962C8B-B14F-4D97-AF65-F5344CB8AC3E}">
        <p14:creationId xmlns:p14="http://schemas.microsoft.com/office/powerpoint/2010/main" val="18604931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7BA70B-DCBD-4FF0-A61B-E9E1E831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4DFB7-F269-4BA0-98A8-64A3DABB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分布式事务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2EAECF-D28E-4C47-9016-60559954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Seata 跨库兑换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1A6C1-F849-4469-853F-ED6D1A3B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1A7EED-CF55-4A12-87E8-A275724C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Membership DB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F568B-640D-401D-A803-DAC1EE36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573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Redeem DB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8D075-772C-405A-B92D-4849133F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571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675D43-80FF-478C-A355-DB67AB88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会员延期</a:t>
            </a:r>
          </a:p>
          <a:p xmlns:a="http://schemas.openxmlformats.org/drawingml/2006/main">
            <a:pPr algn="ctr"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cloud_memberships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AD627-FF1F-4C10-8642-CE4B5658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90750"/>
            <a:ext cx="2571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6514F-1467-4E33-B7B4-6C0500B6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9075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Global Transaction</a:t>
            </a:r>
          </a:p>
          <a:p xmlns:a="http://schemas.openxmlformats.org/drawingml/2006/main">
            <a:pPr algn="ctr">
              <a:defRPr sz="165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XID 经 Feign 传播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ED1220-4433-4A0A-A564-585B8533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571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538CEA-04E4-4EC7-9228-3A7D649E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消费兑换码</a:t>
            </a:r>
          </a:p>
          <a:p xmlns:a="http://schemas.openxmlformats.org/drawingml/2006/main">
            <a:pPr algn="ctr"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redeem_codes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134842-B7DC-4B43-BC00-35743C13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5745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596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D98CD9-D445-47BA-82A5-8A938293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5745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596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678B5D-CDB7-4FED-8E34-5916BD75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AT 模式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3FDEF0-0E59-4F5D-8F74-DAA66E9E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B2F54F-2AA2-49B5-80C2-6D37E169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10267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两个数据库都包含 undo_log，分支事务注册到 Seata Server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9EEB8F-48CD-4389-8E07-0643CC66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70BA52-4EE7-49FB-B181-096FE1C2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10267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会员写入失败时，全局事务回滚兑换码消费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A0A9E5-1E27-418C-9249-C6DF51B2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640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64045"/>
                </a:solidFill>
                <a:latin typeface="Microsoft YaHei"/>
                <a:ea typeface="Microsoft YaHei"/>
                <a:cs typeface="Microsoft YaHei"/>
              </a:rPr>
              <a:t>生产取舍：长事务会扩大锁范围；低耦合场景优先考虑事务消息和最终一致性。</a:t>
            </a:r>
          </a:p>
        </p:txBody>
      </p:sp>
    </p:spTree>
    <p:extLst>
      <p:ext uri="{BB962C8B-B14F-4D97-AF65-F5344CB8AC3E}">
        <p14:creationId xmlns:p14="http://schemas.microsoft.com/office/powerpoint/2010/main" val="2363100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007860-D216-48E7-98BE-3213D33B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776F06-AD14-4FFD-8699-4B9E693D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缓存与会话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EA9F05-202A-4A0B-AB02-F0654838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Redis 的使用边界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724FB-186E-4A94-95D7-8A3DC064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55CCA-7C52-424B-9082-34B71907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Q  Redis 保存了什么？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37BAC-9E10-40BC-B40B-5CCF21E3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A  会话令牌的 SHA-256 摘要和用户 ID。正式单体还可用 Redis 保存多实例共享限流计数。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79D21-8801-4950-9DEF-8D1B6119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621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Q  为什么不用 JWT？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A1228E-0E75-4572-A88C-ED54B5E1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A  需要主动失效和服务端会话控制。随机不透明令牌更容易撤销，也避免把权限状态长期固化在客户端。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FC4A3-A633-4F6B-B091-454F63CE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Q  Redis 挂了怎么办？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D71C51-1652-4CFF-B5D2-57C7505B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A  身份服务采用 fail-closed，无法确认身份时拒绝敏感请求。普通接口限流可降级为单机内存计数。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753E5E-A30F-4F83-BC25-44ED8686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95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Q  哪些数据不缓存？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689F6C-978C-4157-9F9F-8D62B872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5760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A  会员扣次、兑换码状态等强一致写操作不缓存。房源搜索可按热点和失效策略逐步加入缓存。</a:t>
            </a:r>
          </a:p>
        </p:txBody>
      </p:sp>
    </p:spTree>
    <p:extLst>
      <p:ext uri="{BB962C8B-B14F-4D97-AF65-F5344CB8AC3E}">
        <p14:creationId xmlns:p14="http://schemas.microsoft.com/office/powerpoint/2010/main" val="20348675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C248BF-20A0-4501-B0F7-C66739E6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3D799E-7422-46F5-BAC5-BC79DF9C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Spring Cloud Alibaba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910A26-05C1-4F3C-B8B9-1D4856E7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服务治理组件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40634-0E34-49C0-BD7B-A713F8A2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C8C460-0D21-4BA8-807E-10D6D0EA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Gateway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A4C3B-4F73-4EDA-8511-4A6DACDB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0020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341CF-CD23-4398-9CB9-308814D8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52400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统一入口、路由、认证、身份头清洗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461789-771B-4321-B591-ECEE36A7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Nacos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9FB923-9E36-45C3-8520-2E2A8E23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5745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38E526-3A1D-43B2-B102-6434B9F1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8125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服务注册发现与可选配置导入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273989-07A0-44D2-8A2D-B4F4954B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OpenFeign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F8E637-1A90-41DC-B30B-A78F5D95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1470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294667-A5B9-45AA-8C90-8B4228AA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声明式调用会员、用户和兑换服务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6CCF85-BF40-4624-92E9-6754C15C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640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D64045"/>
                </a:solidFill>
                <a:latin typeface="Microsoft YaHei"/>
                <a:ea typeface="Microsoft YaHei"/>
                <a:cs typeface="Microsoft YaHei"/>
              </a:rPr>
              <a:t>Sentinel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7432E7-A76A-4A0C-99E0-3E5C2A64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7195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20622A-D523-4D18-BD50-4E455005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09575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限流、熔断与 Feign 降级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CA0B52-E141-4ACF-9DE7-D8BF456C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Zipkin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CB019F-04E1-49B1-ABBA-0AB81A1D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2920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463CC9-251B-486E-8758-8371F1E4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95300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跨 Gateway、Feign 和下游服务查看 trace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F3B9EA-ADB5-445B-8913-364F2B3E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864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640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64045"/>
                </a:solidFill>
                <a:latin typeface="Microsoft YaHei"/>
                <a:ea typeface="Microsoft YaHei"/>
                <a:cs typeface="Microsoft YaHei"/>
              </a:rPr>
              <a:t>会员服务降级采用 fail-closed：依赖故障时拒绝详情访问，避免付费数据被免费放行。</a:t>
            </a:r>
          </a:p>
        </p:txBody>
      </p:sp>
    </p:spTree>
    <p:extLst>
      <p:ext uri="{BB962C8B-B14F-4D97-AF65-F5344CB8AC3E}">
        <p14:creationId xmlns:p14="http://schemas.microsoft.com/office/powerpoint/2010/main" val="11815929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CE8691-F47E-405A-8898-7D6AB4E6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C55B3-B8C9-4C77-B8A5-A604FABA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异步处理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12C3A3-9836-43CC-B16F-B90C1A6F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RabbitMQ 浏览历史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CDA523-1CD9-47F8-BC0A-C36DFB33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0F99F6-DCFA-4102-A33E-4E18E574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2000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E8328-410A-4A23-A622-C63F3D5E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House 返回详情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833286-38C1-4A7D-BF97-378DF2ED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57400"/>
            <a:ext cx="2000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BE40B9-733D-4BF4-A217-45D44111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5740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发布 house.viewed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7F01F-2767-413E-B416-E7DCFAC0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57400"/>
            <a:ext cx="2000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CA0BD7-F681-4EC1-A11A-76B8B5FB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5740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RabbitMQ 持久队列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3CD400-256F-4455-B82B-366804CA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57400"/>
            <a:ext cx="2000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EF369A-85E4-4C60-B928-2A5354D7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5740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Audit 消费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83925B-4D8D-4C95-8BCA-422D8CC3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057400"/>
            <a:ext cx="2000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1A2E65-E01C-48E2-A844-C8C1C41F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05740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历史记录入库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7F43F2-40BF-4780-951B-E0FB946E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为什么异步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A85F9D-417C-40D3-919D-5A9D7E83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2BCC95-4D61-49CC-8E02-85C8114B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29050"/>
            <a:ext cx="1026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审计写入退出房源详情主链路，降低响应时间和耦合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D439F0-11AF-4FE8-A62A-628107F2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B96699-03E9-4F98-AC7F-53DDE01B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1026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浏览历史服务可以独立扩容或暂停维护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CE0B03-4306-46DD-8E1C-5324F4D5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640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64045"/>
                </a:solidFill>
                <a:latin typeface="Microsoft YaHei"/>
                <a:ea typeface="Microsoft YaHei"/>
                <a:cs typeface="Microsoft YaHei"/>
              </a:rPr>
              <a:t>仍需改进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8C24D7-7CF6-45E0-BCB3-EF73AA64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当前发布失败只记录日志。生产系统应使用 Outbox 或可靠消息表，保证业务提交与事件发布一致。</a:t>
            </a:r>
          </a:p>
        </p:txBody>
      </p:sp>
    </p:spTree>
    <p:extLst>
      <p:ext uri="{BB962C8B-B14F-4D97-AF65-F5344CB8AC3E}">
        <p14:creationId xmlns:p14="http://schemas.microsoft.com/office/powerpoint/2010/main" val="13263810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61C1C5-91A0-4120-AA8A-B6340F5A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063975-6497-4E56-A917-0A15CF53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MySQL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8849F-5FF9-4729-A996-B1F36FE1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数据库设计与索引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0F291D-5D70-4160-A282-E1C054B8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D4503-1962-4729-A23A-D20E6385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cloud_houses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EFD91-1E04-4920-8176-9E831B41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24000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房源与隐私字段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F445B1-D91C-44EC-B78F-0964BDB9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cloud_memberships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6607B5-90CB-4A17-88E4-F149AFE3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24100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套餐和到期日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49DEFA-07E3-4866-A7A6-CCD7C4F1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cloud_house_view_events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124AF2-786D-4E11-A3D6-A87DFC51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24200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每日扣次唯一约束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3DF9DB-8862-45BD-AC10-90C50C5C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cloud_house_view_history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405A65-EDD6-4D33-B0FD-C1AC5E7E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24300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异步浏览历史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3BFDD-D1A9-45FA-A2E0-44AAE100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redeem_codes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4DED3B-5534-45AE-B641-3CD5A06D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24400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摘要兑换码和消费状态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285B67-1813-46FD-9790-B3948946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388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790624-53D7-4E16-93A7-9BB081C3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关键点：金额用 DECIMAL/BigDecimal；手机号和令牌不用数值类型；模糊搜索数据量大后迁移到全文检索。</a:t>
            </a:r>
          </a:p>
        </p:txBody>
      </p:sp>
    </p:spTree>
    <p:extLst>
      <p:ext uri="{BB962C8B-B14F-4D97-AF65-F5344CB8AC3E}">
        <p14:creationId xmlns:p14="http://schemas.microsoft.com/office/powerpoint/2010/main" val="1897812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409E90-E311-4685-A58B-D5DEF207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8F9A2E-87B8-4864-95BC-24992697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应用安全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3C210-A47A-4E9C-983F-AB076A26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安全设计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5E7DD-1041-4497-A7CA-70A0CC5C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387C3-9169-4DFC-8FA5-56452639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428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5F2D29-3259-4015-9406-F31D0E20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认证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141452-7D4D-48FB-88C2-62A2940A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76375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BCrypt、随机令牌、摘要存储、过期会话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706203-E3E0-47C4-B383-211A465B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52675"/>
            <a:ext cx="1428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EF9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376153-9031-46C8-8D9E-DDDD1A87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5267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rPr>
              <a:t>授权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1E5C26-1E6F-49D5-9CA5-21118D5E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52675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服务端身份、上传人字段隔离、默认拒绝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FEF307-ECE4-4B5C-B42D-E89A406B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28975"/>
            <a:ext cx="1428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3AF79F-D7D2-4C45-BB0D-D4931CAC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2897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接口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576B71-1821-406F-B168-FCD9E3C3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28975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参数校验、分页上限、429 限流响应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173950-FB9C-4F98-AFC4-8F3E301E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05275"/>
            <a:ext cx="1428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925F8D-A687-4E75-91A5-1831BC67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0527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数据库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FEE715-7BD0-42A9-AE3B-A016EBDA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05275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预编译参数、最小权限、迁移脚本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BDFF33-9304-460F-AF59-4309CEA2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81575"/>
            <a:ext cx="1428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E7E5AC-76D0-447D-B19A-F6A6DE89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8157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部署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4C541D-4877-44E7-83B0-C22DC950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81575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非 root Java 用户、环境文件 600 权限、Nginx TLS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F465CB-C80D-48CA-830A-8477F2AA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626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640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64045"/>
                </a:solidFill>
                <a:latin typeface="Microsoft YaHei"/>
                <a:ea typeface="Microsoft YaHei"/>
                <a:cs typeface="Microsoft YaHei"/>
              </a:rPr>
              <a:t>面试回答要点：任何来自客户端的 ownerId、userId 都不可信，必须从认证上下文取得。</a:t>
            </a:r>
          </a:p>
        </p:txBody>
      </p:sp>
    </p:spTree>
    <p:extLst>
      <p:ext uri="{BB962C8B-B14F-4D97-AF65-F5344CB8AC3E}">
        <p14:creationId xmlns:p14="http://schemas.microsoft.com/office/powerpoint/2010/main" val="9338370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894A60-AC21-4DA0-8E3F-F0593372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247774-9972-4FE5-AF37-8A53792E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工程化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239052-F666-439B-AEB7-4204BF1F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可观测性与部署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81CCB-B2B1-4BFF-BC10-98531CD8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0E902-5800-4612-A9EA-1D872CC0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运行状态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F1602-C7EC-4A16-A4C5-F52A2477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9B0B75-2297-41B1-A241-13701532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474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Actuator 提供 health、liveness 和 readiness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B6FEE7-4E1B-488C-9765-6167DD1F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0D153A-7B96-4F9A-8DBF-C260B699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474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Micrometer 生成 traceId，Zipkin 展示跨服务耗时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442E95-1D4D-4A73-A5DE-1A6A9FF5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5DC952-1F10-4068-B23A-8D10223D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474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systemd 管理线上进程，失败自动重启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23BCE4-C0B0-404B-A31C-715DE04C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287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3660D8-FA0F-476C-9234-0766CE80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66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交付路径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C4C9AC-FBBB-455B-8307-AF842391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81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A814CD-0851-48E8-8695-1F946C05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47850"/>
            <a:ext cx="4552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Maven 多模块构建并生成可执行 JAR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E00725-42DD-4D54-8A1E-6C2D6B3D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33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4F5C11-0908-4595-9686-A4DAE203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00300"/>
            <a:ext cx="4552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Docker Compose 拉起本地中间件和服务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35F7BE-4891-4596-97F3-4E6BD12D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86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4BCE74-E390-492E-A9E2-6D1DE540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4552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GitHub Actions 同时验证单体与微服务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2B563A-9DCA-4A3A-AD7B-184EF50F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A3D724-EA42-454E-B5E5-FEEB231E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05200"/>
            <a:ext cx="4552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Nginx 独立路由，不影响在线简历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B63B50-984B-4075-B0BF-95F47B6F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公网演示  https://47.103.84.70/zhongjiebang-demo/</a:t>
            </a:r>
          </a:p>
        </p:txBody>
      </p:sp>
    </p:spTree>
    <p:extLst>
      <p:ext uri="{BB962C8B-B14F-4D97-AF65-F5344CB8AC3E}">
        <p14:creationId xmlns:p14="http://schemas.microsoft.com/office/powerpoint/2010/main" val="15694645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F189E9-2C45-493E-9258-B36599FC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6C904-FC35-46E2-94F4-F3B23122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质量保障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D1AD33-7369-4211-9BDA-740D71F6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测试策略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45155-8268-44A9-AF8A-F9A34D73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0340CA-6201-41C4-A719-219FBA68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F733FB-6898-4DC2-9A54-6C42DDEF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24000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A95246-992C-4BD6-A6D1-4D0B4096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4859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单元测试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ADC07-BC3D-4A4A-9B5C-E7DE04DC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85900"/>
            <a:ext cx="695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套餐规则、内存限流、边界校验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C2BF4F-FD21-4B72-A950-568A4BC2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600EA6-38DA-45D7-ADB1-75DEFD1D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62200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6F1A3C-BBD1-4E81-9E15-9EA158F7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241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Spring 集成测试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1EC3ED-E45A-4EEB-9346-7DBD63C6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24100"/>
            <a:ext cx="695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鉴权、房源隐私、兑换码、每日额度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4DA586-413F-4654-B29A-BBF36EBB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9DDA18-F8BC-473E-B7CC-0BE941D1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0400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6328CE-8BE2-47DF-9BDD-1A689467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623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网关测试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AA8FD6-422F-462F-A406-EDF560A5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62300"/>
            <a:ext cx="695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未登录拒绝、伪造身份清除、可信身份覆盖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69B371-C22F-4C78-B025-B8B1AD63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38B9D6-A122-44C0-8EB1-D324F885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38600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4FA91E-7F24-4DB7-A19D-852D3725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005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Testcontainers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AEBC43-40EE-4BA3-97AD-9B5AC063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00500"/>
            <a:ext cx="695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真实 MySQL 与 Redis 验证 BCrypt 和摘要会话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F45AAE-22EE-4715-BFFD-621C97AA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10EBB2-8DFB-42B6-A753-5AB0A70C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76800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8068CE-4643-4776-9272-EAF5DB4F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387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远端 CI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4C1012-51AA-42E8-B4BC-43A2DBE1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38700"/>
            <a:ext cx="695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每次提交执行两个 Maven reactor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986D9A-7227-45D7-B519-9674815D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640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64045"/>
                </a:solidFill>
                <a:latin typeface="Microsoft YaHei"/>
                <a:ea typeface="Microsoft YaHei"/>
                <a:cs typeface="Microsoft YaHei"/>
              </a:rPr>
              <a:t>本地没有 Docker 时容器测试明确跳过；GitHub Actions 在 Docker 环境中实际执行。</a:t>
            </a:r>
          </a:p>
        </p:txBody>
      </p:sp>
    </p:spTree>
    <p:extLst>
      <p:ext uri="{BB962C8B-B14F-4D97-AF65-F5344CB8AC3E}">
        <p14:creationId xmlns:p14="http://schemas.microsoft.com/office/powerpoint/2010/main" val="14654859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20FD63-10E3-4BBE-B0AC-1DB843D8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52B60-C55D-4B99-8628-764159AA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性能与优化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265C05-8CCA-4A5F-AD2A-BF1EF08C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性能验证方法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77810-2393-434E-8D93-B5AD2E93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D560E5-92AC-4B49-A078-199A4B02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k6 场景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C18BF8-8BD6-4589-B973-AC2BAB29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20 个虚拟用户逐步升到 50 个，持续 2 分钟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87EED-3A4B-46A9-8942-420161AA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CDCDEA-06A6-493B-AF6C-B7AF5C71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错误率低于 1%    P95 低于 500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501098-A2BD-4916-8603-4C2BD0F0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287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F0B494-5ACC-4C6E-9754-91A8C8FE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66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排查顺序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A6E7B7-CAD1-4192-A6B0-9A276845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19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002566-6E25-430B-9E5E-30B8E6C2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885950"/>
            <a:ext cx="426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Zipkin 定位服务调用耗时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EA8774-0AF2-449A-9DCC-043FFAC6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90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B74EC9-8BA2-426B-B55C-4027B26A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57450"/>
            <a:ext cx="426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慢查询日志与 EXPLAIN ANALYZE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244D6B-B82B-42C7-BC6E-B307917B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62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741C59-02FB-42E1-8591-A1A8BD6F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28950"/>
            <a:ext cx="426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先优化 SQL 和索引，再考虑缓存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5F4E2C-E5E2-4B7F-8870-059F6E71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33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C61FB6-8ECA-484D-B881-77361F28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00450"/>
            <a:ext cx="426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连接池总量受 MySQL 上限约束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613C3A-5F59-463F-BD1B-3161FC87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640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64045"/>
                </a:solidFill>
                <a:latin typeface="Microsoft YaHei"/>
                <a:ea typeface="Microsoft YaHei"/>
                <a:cs typeface="Microsoft YaHei"/>
              </a:rPr>
              <a:t>仓库不填写虚构压测成绩。结果必须附服务器规格、数据量和 Git 提交号。</a:t>
            </a:r>
          </a:p>
        </p:txBody>
      </p:sp>
    </p:spTree>
    <p:extLst>
      <p:ext uri="{BB962C8B-B14F-4D97-AF65-F5344CB8AC3E}">
        <p14:creationId xmlns:p14="http://schemas.microsoft.com/office/powerpoint/2010/main" val="2136775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1C141-CFE3-43F3-AFF4-E77DC7DF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5391E-4DEA-4EF2-8AF1-FF6B560B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面试问答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64635-2B8C-4B21-9356-0F9915E7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常见问答：Java 与 Spring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FEAA5-56ED-4548-A714-02A857BD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DABA5-20E0-434D-8D46-F5CD431A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Q  为什么金额使用 BigDecimal？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147BC3-E7C8-40A5-AF8B-8217B8CE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143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A  double 是二进制浮点，无法精确表示很多十进制金额。BigDecimal 配合数据库 DECIMAL 保证计算和存储语义一致。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04F0F3-8C20-4AC5-8F2C-A3EEEB33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Q  @Transactional 为什么可能失效？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1B9D0D-C7CB-480F-B29C-384F9CDF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5143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A  同类内部调用绕过代理、方法不是 public、异常被吞掉或抛出非回滚类型，都可能导致事务未按预期执行。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CFF3C9-A0BF-42E0-B99E-EF7CA193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Q  为什么使用 record？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AADFA6-DB03-4371-9F2E-CB3E6C9A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5143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A  DTO 和值对象主要表达不可变数据。record 自动生成访问器、equals 和 hashCode，减少样板代码。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70710B-4689-4FB2-88F2-8EE7F21D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Q  Spring Bean 默认线程安全吗？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C59413-4CF9-49AF-8A1E-B533F8BF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5143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A  默认单例只表示生命周期，不保证线程安全。无状态 Bean 可以并发复用，可变状态应放在请求、数据库或并发安全结构中。</a:t>
            </a:r>
          </a:p>
        </p:txBody>
      </p:sp>
    </p:spTree>
    <p:extLst>
      <p:ext uri="{BB962C8B-B14F-4D97-AF65-F5344CB8AC3E}">
        <p14:creationId xmlns:p14="http://schemas.microsoft.com/office/powerpoint/2010/main" val="9507157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D248F1-F0B0-4FC3-9DAA-EC45CC0B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F34F63-D77D-4F0D-9E90-824BB314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面试问答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BAB705-5FED-48AC-B08A-5E5E4D87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常见问答：数据库与分布式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A260B-4113-4ECA-A7AD-448AA5AD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55FD3B-A6FB-4FD5-94E0-54231A09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Q  行锁和唯一索引分别解决什么？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77657C-7064-4B09-BADB-EE66197F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143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A  行锁串行化同一用户的额度更新；唯一索引在数据库层保证同房源当天只有一条扣次记录。两者解决不同问题。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F7A9B-73C1-479B-889A-E98008ED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Q  Seata AT 的代价是什么？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457B8F-6716-46C8-817B-8DA8D717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5143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A  需要代理数据源和 undo_log。全局事务持锁时间更长，参与服务越多，延迟和故障面越大。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6C2277-5EC7-4D82-9350-C703C2F9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Q  RabbitMQ 如何避免重复消费？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69CD46-1D0D-4C9F-8055-8068EB6F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5143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A  业务消费者应使用唯一业务键做幂等。消息确认只能说明投递状态，不能替代数据库幂等约束。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289BB2-FA87-43DB-9AA0-9A2A25E1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Q  Sentinel 降级为什么默认拒绝？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1B771E-6F0B-4FE3-915A-DFF172D5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5143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A  会员服务不可用时无法确认访问资格。默认放行会泄露付费数据，因此详情接口采用 fail-closed。</a:t>
            </a:r>
          </a:p>
        </p:txBody>
      </p:sp>
    </p:spTree>
    <p:extLst>
      <p:ext uri="{BB962C8B-B14F-4D97-AF65-F5344CB8AC3E}">
        <p14:creationId xmlns:p14="http://schemas.microsoft.com/office/powerpoint/2010/main" val="103196853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7C6F04-BFAA-496D-8A71-B9F3C3DD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A64127-944B-4EC9-B26E-FECA45EE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面试表达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D70E33-A9D8-4994-8E15-EC268FBA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一分钟项目介绍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8A044C-97E9-4585-A18A-C64416BA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C60EE0-81D0-494D-A725-73B200B4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668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“这是一个面向房产中介的真实业务项目。最初后端功能集中，我把它重构成 Java 17 多模块工程，先解决身份可信、房源隐私、会员额度和兑换码并发问题。线上服务器只有 2 GB，所以我选择模块化单体保证稳定；同时建设独立 Spring Cloud 演示，包含 Gateway、Nacos、Feign、Sentinel、Redis、RabbitMQ、Zipkin 和 Seata 跨库事务。项目有单元测试、Spring 集成测试、Testcontainers 和 GitHub Actions，并已部署到在线简历的项目入口。”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7A1A07-F58C-4108-8230-13A5E335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追问时的顺序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E73476-79B5-4763-8039-1DC6701A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FF"/>
                </a:solidFill>
                <a:latin typeface="Microsoft YaHei"/>
                <a:ea typeface="Microsoft YaHei"/>
                <a:cs typeface="Microsoft YaHei"/>
              </a:rPr>
              <a:t>先讲业务约束，再讲一致性和安全，最后解释技术选型与资源取舍。遇到未完成项时说明边界和后续方案，不编造数据。</a:t>
            </a:r>
          </a:p>
        </p:txBody>
      </p:sp>
    </p:spTree>
    <p:extLst>
      <p:ext uri="{BB962C8B-B14F-4D97-AF65-F5344CB8AC3E}">
        <p14:creationId xmlns:p14="http://schemas.microsoft.com/office/powerpoint/2010/main" val="5189873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2026-09-22T14:35:47.9600000Z</dcterms:created>
  <dcterms:modified xsi:type="dcterms:W3CDTF">2026-09-22T14:35:47.9600000Z</dcterms:modified>
</coreProperties>
</file>